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72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kVAlRx1roWhoYzQcKOEtgam5LHUy_XVs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214" y="640080"/>
            <a:ext cx="2082265" cy="640080"/>
          </a:xfrm>
          <a:prstGeom prst="ellipse">
            <a:avLst/>
          </a:prstGeom>
          <a:solidFill>
            <a:srgbClr val="0234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6520" y="640080"/>
            <a:ext cx="1849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✦Jude Force</a:t>
            </a:r>
            <a:endParaRPr lang="en-US" sz="238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PPT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 AI 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offline-capable multi-format content generation — guarded input, RAG-grounded local LLM + LoRA generation, and audited export. Fast generation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Jude Force ·  Prince Dr K Vasudevan College of Engineering and Technology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2953512" cy="384048"/>
          </a:xfrm>
          <a:prstGeom prst="roundRect">
            <a:avLst>
              <a:gd name="adj" fmla="val 50000"/>
            </a:avLst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6634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+ LoRA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66744" y="46634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6744" y="4663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48656" y="466344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48656" y="4663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4663440"/>
            <a:ext cx="2569464" cy="384048"/>
          </a:xfrm>
          <a:prstGeom prst="roundRect">
            <a:avLst>
              <a:gd name="adj" fmla="val 50000"/>
            </a:avLst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466344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Inference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2185416" cy="384048"/>
          </a:xfrm>
          <a:prstGeom prst="roundRect">
            <a:avLst>
              <a:gd name="adj" fmla="val 50000"/>
            </a:avLst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Output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43355"/>
              </p:ext>
            </p:extLst>
          </p:nvPr>
        </p:nvGraphicFramePr>
        <p:xfrm>
          <a:off x="548640" y="1600200"/>
          <a:ext cx="11091672" cy="4754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Vite, react-dropzone, react-query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Uvicorn, Celery, Redis broker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LLM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 + custom LoRA adapter (local GPU / vLLM)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(PDF), python-docx, pytesseract (OCR), faster-whisper (A/V)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 — BAAI/bge-m3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— chunk storage &amp; retrieval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— User, Job, SourceContent, GeneratedArtefact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— S3-compatible, presigned download URLs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detoxify, rapidfuzz, presidio-analyzer, hashlib (SHA-256)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B8C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reportlab (PDF), python-docx, python-pptx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— Source to Verified Artefact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1600200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160020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brings up Qdrant, Postgres, MinIO, Redis for the whole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2258568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2258568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Skeleton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models + Celery wired; file lands in MinIO, job created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2916936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63040" y="2916936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 + RAG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PDF/DOCX/image/audio → chunk → embed → Qdrant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4440" y="3575304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63040" y="3575304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validation, PII redaction (presidio), prompt-injection scan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4440" y="4233672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63040" y="4233672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LoRA Generation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prompt → Qwen2.5-7B + LoRA, local GPU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46904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46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34440" y="4892040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63040" y="48920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toxicity, plagiarism, format checks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502920" cy="502920"/>
          </a:xfrm>
          <a:prstGeom prst="ellipse">
            <a:avLst/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34440" y="5550408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00272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463040" y="5550408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 </a:t>
            </a:r>
            <a:r>
              <a:rPr lang="en-US" sz="12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PPTX rendered, SHA-256 hashed, uploaded to MinIO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PROVEN ON REAL 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LoRA Generation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fine-tuned via QLoRA on synthetic per-format training pairs (150–300 each, generated with Groq API), trained on Google Colab GPU, then run fully offline for inference on a local RTX 3050.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3017520"/>
          </a:xfrm>
          <a:prstGeom prst="roundRect">
            <a:avLst>
              <a:gd name="adj" fmla="val 2424"/>
            </a:avLst>
          </a:prstGeom>
          <a:solidFill>
            <a:srgbClr val="00272F"/>
          </a:solidFill>
          <a:ln w="19050">
            <a:solidFill>
              <a:srgbClr val="00684A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40046" y="1991627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Google Colab training screenshot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943600"/>
            <a:ext cx="6126480" cy="365760"/>
          </a:xfrm>
          <a:prstGeom prst="roundRect">
            <a:avLst>
              <a:gd name="adj" fmla="val 15000"/>
            </a:avLst>
          </a:prstGeom>
          <a:solidFill>
            <a:srgbClr val="023430"/>
          </a:solidFill>
          <a:ln w="12700">
            <a:solidFill>
              <a:srgbClr val="0B3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943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formats: Advisory · LinkedIn Post · Executive Summary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594360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023430"/>
          </a:solidFill>
          <a:ln w="12700">
            <a:solidFill>
              <a:srgbClr val="0B3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5943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multi-LoRA adapter hot-swapping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476C94-2252-9283-C433-D0BC6FED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9" y="2606040"/>
            <a:ext cx="5203554" cy="29949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0762E3-16C1-1F4E-0F4E-D79EE3C3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051" y="2628640"/>
            <a:ext cx="4961050" cy="299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Guardrails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2956" cy="4709160"/>
          </a:xfrm>
          <a:prstGeom prst="roundRect">
            <a:avLst>
              <a:gd name="adj" fmla="val 1553"/>
            </a:avLst>
          </a:prstGeom>
          <a:solidFill>
            <a:srgbClr val="00272F"/>
          </a:solidFill>
          <a:ln w="12700">
            <a:solidFill>
              <a:srgbClr val="0B3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228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factual/number overlap with source chunks, fails below 0.6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neural model, flags above 0.5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ratio, flags near-verbatim overlap above 0.85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per-format schema (LinkedIn ≤ 3000 chars, advisory needs headers)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600200"/>
            <a:ext cx="5362956" cy="4709160"/>
          </a:xfrm>
          <a:prstGeom prst="roundRect">
            <a:avLst>
              <a:gd name="adj" fmla="val 1553"/>
            </a:avLst>
          </a:prstGeom>
          <a:solidFill>
            <a:srgbClr val="00272F"/>
          </a:solidFill>
          <a:ln w="12700">
            <a:solidFill>
              <a:srgbClr val="0B3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5956" y="182880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Outcome Logic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97396" y="2286000"/>
            <a:ext cx="47228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or toxicity failure on any artefact → job status “failed”, with the specific check named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/ format failures stored as warnings, job still “completed”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</a:t>
            </a:r>
            <a:r>
              <a:rPr lang="en-US" sz="1250" dirty="0">
                <a:solidFill>
                  <a:srgbClr val="B8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stored per artefact for tamper-evidence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Offline After Setup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377440"/>
        </p:xfrm>
        <a:graphic>
          <a:graphicData uri="http://schemas.openxmlformats.org/drawingml/2006/table">
            <a:tbl>
              <a:tblPr/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images (Qdrant, Postgres, MinIO, Redis)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first pull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 weights (Qwen2.5-7B)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initial 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Generation, vector search, storage,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— all self-hosted /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↔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E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— both on localhost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3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2343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29768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disconnect Wi-Fi entirely after setup, then run the full pipeline live recording.</a:t>
            </a:r>
          </a:p>
          <a:p>
            <a:pPr marL="0" indent="0">
              <a:buNone/>
            </a:pPr>
            <a:endParaRPr lang="en-US" sz="1400" i="1" dirty="0">
              <a:solidFill>
                <a:srgbClr val="00ED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https://drive.google.com/drive/folders/1kVAlRx1roWhoYzQcKOEtgam5LHUy_XVs?usp=sharing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535</Words>
  <Application>Microsoft Office PowerPoint</Application>
  <PresentationFormat>Widescreen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Malini S</cp:lastModifiedBy>
  <cp:revision>3</cp:revision>
  <dcterms:created xsi:type="dcterms:W3CDTF">2026-09-27T17:07:17Z</dcterms:created>
  <dcterms:modified xsi:type="dcterms:W3CDTF">2026-09-27T17:20:17Z</dcterms:modified>
</cp:coreProperties>
</file>